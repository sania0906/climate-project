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AquaSync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Precision Climate Intelligence for Water-Optimized Agriculture</a:t>
            </a:r>
          </a:p>
          <a:p/>
          <a:p>
            <a:r>
              <a:t>Individual Participant | Environmental Innovation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Agriculture is Running Dry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70% of global freshwater withdrawals are used for agriculture.</a:t>
            </a:r>
          </a:p>
          <a:p>
            <a:pPr/>
            <a:r>
              <a:t>Much of it is wasted through over-irrigation.</a:t>
            </a:r>
          </a:p>
          <a:p>
            <a:pPr/>
            <a:r>
              <a:t>Farmers irrigate based on routine and guesswork without localized data.</a:t>
            </a:r>
          </a:p>
          <a:p>
            <a:pPr/>
            <a:r>
              <a:t>Results in depleted aquifers and high pumping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Now? Climate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temperatures increase crop water demand unpredictably.</a:t>
            </a:r>
          </a:p>
          <a:p>
            <a:pPr/>
            <a:r>
              <a:t>Erratic rainfall makes traditional irrigation schedules obsolete.</a:t>
            </a:r>
          </a:p>
          <a:p>
            <a:pPr/>
            <a:r>
              <a:t>Groundwater levels are dropping at alarming 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Introducing AquaSync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predictive AI platform.</a:t>
            </a:r>
          </a:p>
          <a:p>
            <a:pPr/>
            <a:r>
              <a:t>Tells farmers exactly how much water crops need today.</a:t>
            </a:r>
          </a:p>
          <a:p>
            <a:pPr/>
            <a:r>
              <a:t>Based on real-time weather forecasts and soil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Sources: Hyper-local weather &amp; soil characteristics.</a:t>
            </a:r>
          </a:p>
          <a:p>
            <a:pPr/>
            <a:r>
              <a:t>2. ML Engine: Random Forest predicts exact mm of water.</a:t>
            </a:r>
          </a:p>
          <a:p>
            <a:pPr/>
            <a:r>
              <a:t>3. Recommendation: Actionable advice generated.</a:t>
            </a:r>
          </a:p>
          <a:p>
            <a:pPr/>
            <a:r>
              <a:t>4. Impact: Saves water, reduces pumping energy.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AI Engine: Predictive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Model: Random Forest Regressor</a:t>
            </a:r>
          </a:p>
          <a:p>
            <a:pPr/>
            <a:r>
              <a:t>Trained on agronomic climate data.</a:t>
            </a:r>
          </a:p>
          <a:p>
            <a:pPr/>
            <a:r>
              <a:t>Predicts exact daily irrigation requirement.</a:t>
            </a:r>
          </a:p>
          <a:p>
            <a:pPr/>
            <a:r>
              <a:t>Classifies early warning for crop water stress risk.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Farm Analysis Input screen.</a:t>
            </a:r>
          </a:p>
          <a:p>
            <a:pPr/>
            <a:r>
              <a:t>2. The AI Recommendation output (e.g., 'Postpone irrigation - Rain Expected').</a:t>
            </a:r>
          </a:p>
          <a:p>
            <a:pPr/>
            <a:r>
              <a:t>(Video to be inserted here)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USPs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Predictive, not reactive.</a:t>
            </a:r>
          </a:p>
          <a:p>
            <a:pPr/>
            <a:r>
              <a:t>Explainable AI: Tells the farmer WHY the recommendation was made.</a:t>
            </a:r>
          </a:p>
          <a:p>
            <a:pPr/>
            <a:r>
              <a:t>Actionable Impact: Automatically calculates water and CO2 saved.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Impact: Measurable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Water Saved: Up to 1.5M Liters / Hectare / Year</a:t>
            </a:r>
          </a:p>
          <a:p>
            <a:pPr/>
            <a:r>
              <a:t>Emissions: Prevents 1.2 Tons of CO2 / Hectare</a:t>
            </a:r>
          </a:p>
          <a:p>
            <a:pPr/>
            <a:r>
              <a:t>Soil Health: Prevents nutrient leaching.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Working ML Prototype (Completed)</a:t>
            </a:r>
          </a:p>
          <a:p>
            <a:pPr/>
            <a:r>
              <a:t>Phase 2: Pilot with local farm cooperatives.</a:t>
            </a:r>
          </a:p>
          <a:p>
            <a:pPr/>
            <a:r>
              <a:t>Phase 3: API Integration with IoT soil moisture sensors.</a:t>
            </a:r>
          </a:p>
          <a:p>
            <a:pPr/>
            <a:r>
              <a:t>Phase 4: Satellite imaging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Securing the Future of Food &amp;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predicting climate risk to preventing resource loss.</a:t>
            </a:r>
          </a:p>
          <a:p>
            <a:pPr/>
            <a:r>
              <a:t>We cannot afford to waste tomorrow's water using yesterday's methods.</a:t>
            </a:r>
          </a:p>
          <a:p>
            <a:pPr/>
            <a:r>
              <a:t>Let's make every drop count.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